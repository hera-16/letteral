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t>Letteral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595959"/>
                </a:solidFill>
              </a:defRPr>
            </a:pPr>
            <a:r>
              <a:t>組織問題の可視化プラットフォーム</a:t>
            </a:r>
          </a:p>
          <a:p>
            <a:r>
              <a:t>匿名で安全に、組織の問題を可視化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背景・課題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❌ 悩みが出づらい、本音が出ない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❌ 進捗が他者に伝わらない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❌ 組織規模に問わず、自分が所属しないグループでの問題が分からないことによる課題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解決コンセプト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💡 匿名性 × 階層的公開範囲制御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 で"安全な透明性"を実現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主要機能（3本柱）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1️⃣ 匿名問題・進捗投稿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 テンプレート / スレッド形式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2️⃣ 階層・公開範囲・匿名ポリシー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 任意深度の組織ツリー / 全社〜同期まで柔軟に制御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3️⃣ 評価（自己評価）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 投稿実績を評価材料として活用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誰に何が嬉しい？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👔 人事: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 課題の早期可視化、離職リスク低減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👨‍💼 管理職: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 自己評価材料の多さ、状況把握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👥 従業員: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 匿名で本音、OKR紐付けで成長実感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 他のグループの問題から自己対策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差別化（競合比較）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✅ 完全匿名性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✅ 日次記録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✅ 階層公開制御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✅ 評価連動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▶ これらを同時に満たすプラットフォーム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技術・信頼性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🔧 技術スタック: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 Next.js / Spring Boot / JWT(RBAC)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 WebSocket(STOMP) / MySQL / GitHub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🔒 セキュリティ・非機能: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 テナント分離(tenant_id)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 監査ログ / モデレーション機能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🎬 では、実際に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 投稿→見える化→管理側の活用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 を5分でお見せします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